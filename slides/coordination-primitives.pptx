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91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754880" cy="475488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3108960"/>
            <a:ext cx="2560320" cy="25603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3840480"/>
            <a:ext cx="2194560" cy="2194560"/>
          </a:xfrm>
          <a:prstGeom prst="ellipse">
            <a:avLst/>
          </a:prstGeom>
          <a:solidFill>
            <a:srgbClr val="67E8F9">
              <a:alpha val="15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CONCURRENT ABSTRACTIONS · PART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Coordination Primitives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locks, semaphores and monitors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JVM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primitives we will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12480" y="411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Primitives · Java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399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CyclicBarrier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threads meet, then all proceed.   Reusable.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84248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CountDownLatch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1984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gate opened when a counter reaches zero.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551176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5328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57600" y="25511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barrier with dynamic parties.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118104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0998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57600" y="31181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value swap between two threads.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685032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36667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Rendezvous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657600" y="3685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meeting of two tasks (Ada-style).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PHASED RENDEZVOUS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CyclicBarrier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12480" y="411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Primitives · Java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840480" cy="1188720"/>
          </a:xfrm>
          <a:prstGeom prst="rect">
            <a:avLst/>
          </a:prstGeom>
          <a:solidFill>
            <a:srgbClr val="EEF5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264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1527048"/>
            <a:ext cx="1655064" cy="0"/>
          </a:xfrm>
          <a:prstGeom prst="line">
            <a:avLst/>
          </a:prstGeom>
          <a:noFill/>
          <a:ln w="15875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6550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1755648"/>
            <a:ext cx="1655064" cy="0"/>
          </a:xfrm>
          <a:prstGeom prst="line">
            <a:avLst/>
          </a:prstGeom>
          <a:noFill/>
          <a:ln w="15875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883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0120" y="1984248"/>
            <a:ext cx="1655064" cy="0"/>
          </a:xfrm>
          <a:prstGeom prst="line">
            <a:avLst/>
          </a:prstGeom>
          <a:noFill/>
          <a:ln w="15875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1122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2212848"/>
            <a:ext cx="1655064" cy="0"/>
          </a:xfrm>
          <a:prstGeom prst="line">
            <a:avLst/>
          </a:prstGeom>
          <a:noFill/>
          <a:ln w="15875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60904" y="1417320"/>
            <a:ext cx="0" cy="8686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06624" y="1920240"/>
            <a:ext cx="1591056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52344" y="1627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40864" y="2313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651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threads wait at a barrier point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released when the N-th arrives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— cycles per phase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barrier action per cycle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parallel phases — matrix ops, simulations, map-reduce.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280160"/>
            <a:ext cx="4023360" cy="3291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1280160"/>
            <a:ext cx="64008" cy="3291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1389888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java.util.concurrent.CyclicBarrier;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CyclicBarrier barrier = new CyclicBarrier(4,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System.out.println("-- phase --"));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worker = () -&gt;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p = 0; p &lt; 3; p++)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computePartial(p);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 barrier.await();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catch (Exception e) { return;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4; i++)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Thread(worker, "w-" + i).start();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ONE-SHOT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CountDownLatch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12480" y="411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Primitives · Java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840480" cy="1188720"/>
          </a:xfrm>
          <a:prstGeom prst="rect">
            <a:avLst/>
          </a:prstGeom>
          <a:solidFill>
            <a:srgbClr val="EEF5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4356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435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77824" y="1655064"/>
            <a:ext cx="0" cy="25603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8720" y="14356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1435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89304" y="1655064"/>
            <a:ext cx="0" cy="25603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00200" y="14356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00200" y="1435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00784" y="1655064"/>
            <a:ext cx="0" cy="25603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19293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countDown()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2112264"/>
            <a:ext cx="118872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1122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2 → 1 → 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65960" y="2258568"/>
            <a:ext cx="41148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65960" y="2039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rgbClr val="F59E0B"/>
                </a:solidFill>
              </a:rPr>
              <a:t>opens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68880" y="1600200"/>
            <a:ext cx="1554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68880" y="1600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main.await()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011680"/>
            <a:ext cx="0" cy="256032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80360" y="22402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resumes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2651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initialised to 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thread calls countDown()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threads await() the zero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 — cannot be reset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startup fences, wait-for-N-tasks, test coordination.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1280160"/>
            <a:ext cx="4023360" cy="3291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1280160"/>
            <a:ext cx="64008" cy="3291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1389888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java.util.concurrent.CountDownLatch;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CountDownLatch ready = new CountDownLatch(3);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3;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int id = i;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Thread(() -&gt;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initialize(id);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ready.countDown();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}).start();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ready.await();     // main blocks here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startService();    // all 3 initialised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DYNAMIC MULTI-PHASE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12480" y="411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Primitives · Java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840480" cy="1188720"/>
          </a:xfrm>
          <a:prstGeom prst="rect">
            <a:avLst/>
          </a:prstGeom>
          <a:solidFill>
            <a:srgbClr val="EEF5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4024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18616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3208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47800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130552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arriveAndAwaitAdvance()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44040" y="1417320"/>
            <a:ext cx="0" cy="96012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89760" y="1417320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1 deregistered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59152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23744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89760" y="2130552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arriveAndAwaitAdvance()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02280" y="1417320"/>
            <a:ext cx="0" cy="96012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48000" y="1417320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2 registered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88208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52800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17392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81984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6576" y="17099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048000" y="2130552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arriveAndAwaitAdvance()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8640" y="2651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like CyclicBarrier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register / deregister at runtime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arbitrarily many phases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— tree of phasers for scale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iterative algorithms where worker count varies per phase.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1280160"/>
            <a:ext cx="4023360" cy="3291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1280160"/>
            <a:ext cx="64008" cy="3291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1389888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java.util.concurrent.Phaser;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Phaser phaser = new Phaser(1);  // register main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4;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phaser.register();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Thread(() -&gt;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p = 0; p &lt; 3; p++)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work();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phaser.arriveAndAwaitAdvance();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phaser.arriveAndDeregister();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}).start();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phaser.arriveAndDeregister();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PAIRWISE VALUE SWAP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12480" y="411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Primitives · Java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840480" cy="1188720"/>
          </a:xfrm>
          <a:prstGeom prst="rect">
            <a:avLst/>
          </a:prstGeom>
          <a:solidFill>
            <a:srgbClr val="EEF5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5270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1527048"/>
            <a:ext cx="36576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1527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0391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1560" y="2039112"/>
            <a:ext cx="3657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1719072"/>
            <a:ext cx="82296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57400" y="171907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exchange()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44752" y="1664208"/>
            <a:ext cx="585216" cy="18288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44752" y="2176272"/>
            <a:ext cx="585216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880360" y="1847088"/>
            <a:ext cx="100584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80360" y="1993392"/>
            <a:ext cx="1005840" cy="18288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31920" y="1527048"/>
            <a:ext cx="3657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0" y="1527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2039112"/>
            <a:ext cx="36576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31920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2651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threads rendezvous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offers a value, receives the other's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block until the partner arrives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— Exchanger&lt;T&gt;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double-buffering, producer/consumer without a queue.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280160"/>
            <a:ext cx="4023360" cy="3291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0" y="1280160"/>
            <a:ext cx="64008" cy="3291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389888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java.util.concurrent.Exchanger;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Exchanger&lt;double[]&gt; exch = new Exchanger&lt;&gt;();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Thread(() -&gt; {                   // producer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double[] buf = new double[1024];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 while (true)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fill(buf);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 = exch.exchange(buf);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}} catch (InterruptedException e)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}).start();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Thread(() -&gt; {                   // consumer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double[] buf = new double[1024];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 while (true)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 = exch.exchange(buf);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drain(buf);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}} catch (InterruptedException e)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}).start();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SYNCHRONOUS HANDOFF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Rendezvous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12480" y="411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Primitives · Java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840480" cy="1188720"/>
          </a:xfrm>
          <a:prstGeom prst="rect">
            <a:avLst/>
          </a:prstGeom>
          <a:solidFill>
            <a:srgbClr val="EEF5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691640"/>
            <a:ext cx="1197864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put(x)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2148840"/>
            <a:ext cx="119786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194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take()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9464" y="1737360"/>
            <a:ext cx="54864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9464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18104" y="1920240"/>
            <a:ext cx="1179576" cy="0"/>
          </a:xfrm>
          <a:prstGeom prst="line">
            <a:avLst/>
          </a:prstGeom>
          <a:noFill/>
          <a:ln w="2794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63824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891B2"/>
                </a:solidFill>
              </a:rPr>
              <a:t>x handed over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63824" y="2011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(both block until paired)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meeting of two tasks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synchronise AND exchange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with SynchronousQueue (capacity 0)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Go channels and Ada entries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strict handoff — neither side runs ahead of the other.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280160"/>
            <a:ext cx="4023360" cy="3291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1280160"/>
            <a:ext cx="64008" cy="3291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1389888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java.util.concurrent.SynchronousQueue;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SynchronousQueue&lt;Request&gt; chan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SynchronousQueue&lt;&gt;();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Thread(() -&gt; {               // 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chan.put(new Request("ping"));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(InterruptedException e)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}).start();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Thread(() -&gt; {               // 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 r = chan.take();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respond(r);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(InterruptedException e)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}).start();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12480" y="411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Primitives · Java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767432"/>
              </p:ext>
            </p:extLst>
          </p:nvPr>
        </p:nvGraphicFramePr>
        <p:xfrm>
          <a:off x="548640" y="1371600"/>
          <a:ext cx="8046720" cy="263347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Primitive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Parties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Reusable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Moves data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Typical use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CyclicBarrier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phases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CountDownLatch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one-shot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multi-phase, varying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(pairwise)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double-buffering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Rendezvous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or more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+ handoff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the narrowest primitive that fits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synchronise phases — latches gate a start or finish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 handles dynamic participants and multi-phase flows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 and Rendezvous add data transfer to the sync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talks: channels, actors, async results, reactive streams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949</Words>
  <Application>Microsoft Macintosh PowerPoint</Application>
  <PresentationFormat>On-screen Show (16:9)</PresentationFormat>
  <Paragraphs>233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Coordination Primitives</dc:title>
  <dc:subject>PptxGenJS Presentation</dc:subject>
  <dc:creator>Emil</dc:creator>
  <cp:lastModifiedBy>Emilio Lopez Gabeiras</cp:lastModifiedBy>
  <cp:revision>3</cp:revision>
  <dcterms:created xsi:type="dcterms:W3CDTF">2026-04-21T18:30:41Z</dcterms:created>
  <dcterms:modified xsi:type="dcterms:W3CDTF">2026-04-21T20:24:58Z</dcterms:modified>
</cp:coreProperties>
</file>